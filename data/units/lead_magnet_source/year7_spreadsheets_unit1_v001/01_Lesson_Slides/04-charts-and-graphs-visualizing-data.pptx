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we're about to dig into the problem of how to make data clear through visual means. Use this moment to set the tone: we’re moving from theory to practical investigation. Prompt students to think about why just seeing numbers isn’t always enough and how visual tools might help. Transition by linking this investigation to the hook scenario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Open with this relatable scenario to spark curiosity. Ask students to imagine they’re organising a fundraiser and have data on favourite activities. Encourage them to think about ways to show this data so it’s quickly understood by everyone. You might ask, 'What would make it easier for people to see which activities are most popular at a glance?' Watch for students suggesting lists or tables—gently steer them towards visualisation to set up the lesson’s focus.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listen for one main idea about charts and graphs and how they help us understand data. After watching, ask them to share that key idea and connect it back to today’s essential question. Watch for confusion about whether charts just display data or actually help us interpret it—remind them that charts make patterns and comparisons easier to spot.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the core concepts for the lesson. Use this as a pivot from the hook and video to a more focused explanation. Emphasise that understanding different chart types and when to use them is crucial. Prepare students for the upcoming detailed content by highlighting that these ideas will help them choose the best way to show their own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clearly how different chart types serve different purposes. Use the example of comparing sports preferences with a bar chart because it’s straightforward and familiar. Stress why pie charts need categories that add up to 100% and why overlapping categories make them misleading. Ask, 'What might happen if you tried to use a pie chart when the data doesn’t add up properly?' Watch for students confusing pie charts as a one-size-fits-all solution.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Show students how spreadsheets simplify making charts. Use the test scores example to illustrate spotting trends, like improvement or decline over time. Highlight the practical tip that charts don’t update automatically if the underlying data changes—students must refresh or recreate them. This often trips students up, so reinforce this point and check understanding by asking if they’ve ever seen charts that didn’t match their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to connect abstract ideas to something tangible. Explain how schools track attendance with line graphs to spot trends and act quickly on absenteeism. Emphasise why this makes data meaningful and actionable, not just numbers in a spreadsheet. Ask students to think about other situations where spotting trends early could make a big difference. This helps link classroom learning to everyday life.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it’s time for hands-on work. Encourage students to apply what they’ve learned about choosing and creating charts. Remind them to think about what type of chart fits their data best and to label everything clearly. Transition smoothly by connecting the learning phase to this practical opportunity to demonstrate their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activity by clearly explaining the steps: choose a chart type that suits the reading time data, create it with proper titles and labels, then write two sentences explaining key trends. Emphasise success criteria: accurate chart choice, neat labels, and clear explanation. As students work, circulate to check if they’re selecting appropriate charts and correctly interpreting their data. Support those struggling with chart selection and challenge advanced students to justify their choices.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a pause for reflection. Use it to prepare students to think critically about their learning process. Encourage them to consider what worked, what was tricky, and how their understanding of charts has grown. Link this reflection back to the essential question about how charts help us understand and share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Use these reflection questions to guide a class discussion or individual thinking time. Encourage students to explain their reasoning for choosing particular charts and share any challenges they faced. Ask, 'How do you think charts help people understand information better than just tables of numbers?' Listen for insights about clarity and communication, and address any misunderstandings about chart use. This is also a chance to reinforce the importance of clear labels and accurate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This slide is a reminder of common pitfalls to watch for, like the belief that pie charts are always suitable or that charts automatically update. Share these misconceptions with the class if time allows or keep them in mind when supporting students. Use differentiation tips to scaffold learning for those who need it and extend more capable students by encouraging exploration of advanced chart types like scatter plots. This also sets up opportunities for independent or group research beyond the lesson.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04</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Charts and Graphs: Visualizing Data</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Spreadsheets &amp; Data Analysis: Unit 1 – Making Sense of Data with Spreadsheets</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04</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Choose the right chart type for data</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Create charts using spreadsheet tools</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Explain data insights from charts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 charts and graphs help us understand and share data?</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You’re planning a school fundraiser and have data on students’ favorite activities</a:t>
            </a:r>
            <a:br/>
            <a:br/>
            <a:r>
              <a:t>How can you show this so everyone understands it quickly?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Choosing Chart Types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Each chart type shows data differently</a:t>
            </a:r>
          </a:p>
          <a:p>
            <a:pPr>
              <a:lnSpc>
                <a:spcPct val="125000"/>
              </a:lnSpc>
              <a:spcAft>
                <a:spcPts val="1200"/>
              </a:spcAft>
              <a:defRPr sz="2000">
                <a:solidFill>
                  <a:srgbClr val="0F172A"/>
                </a:solidFill>
                <a:latin typeface="Aptos"/>
              </a:defRPr>
            </a:pPr>
            <a:r>
              <a:t>•  For example, use a bar chart to compare how many students like basketball, soccer, or swimming</a:t>
            </a:r>
          </a:p>
          <a:p>
            <a:pPr>
              <a:lnSpc>
                <a:spcPct val="125000"/>
              </a:lnSpc>
              <a:spcAft>
                <a:spcPts val="1200"/>
              </a:spcAft>
              <a:defRPr sz="2000">
                <a:solidFill>
                  <a:srgbClr val="0F172A"/>
                </a:solidFill>
                <a:latin typeface="Aptos"/>
              </a:defRPr>
            </a:pPr>
            <a:r>
              <a:t>•  Avoid pie charts if categories overlap or don’t total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Making Charts in Spreadsheets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Spreadsheet tools turn data into charts in a few clicks</a:t>
            </a:r>
          </a:p>
          <a:p>
            <a:pPr>
              <a:lnSpc>
                <a:spcPct val="125000"/>
              </a:lnSpc>
              <a:spcAft>
                <a:spcPts val="1200"/>
              </a:spcAft>
              <a:defRPr sz="2000">
                <a:solidFill>
                  <a:srgbClr val="0F172A"/>
                </a:solidFill>
                <a:latin typeface="Aptos"/>
              </a:defRPr>
            </a:pPr>
            <a:r>
              <a:t>•  For example, highlight test scores and insert a line graph to show trends over time</a:t>
            </a:r>
          </a:p>
          <a:p>
            <a:pPr>
              <a:lnSpc>
                <a:spcPct val="125000"/>
              </a:lnSpc>
              <a:spcAft>
                <a:spcPts val="1200"/>
              </a:spcAft>
              <a:defRPr sz="2000">
                <a:solidFill>
                  <a:srgbClr val="0F172A"/>
                </a:solidFill>
                <a:latin typeface="Aptos"/>
              </a:defRPr>
            </a:pPr>
            <a:r>
              <a:t>•  Remember to refresh charts if data changes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Graphs Track Attendance</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Schools use line graphs to track daily attendance and spot trends throughout the year.</a:t>
            </a:r>
          </a:p>
          <a:p>
            <a:pPr>
              <a:lnSpc>
                <a:spcPct val="125000"/>
              </a:lnSpc>
              <a:spcAft>
                <a:spcPts val="1200"/>
              </a:spcAft>
              <a:defRPr sz="2000">
                <a:solidFill>
                  <a:srgbClr val="0F172A"/>
                </a:solidFill>
                <a:latin typeface="Aptos"/>
              </a:defRPr>
            </a:pPr>
            <a:r>
              <a:t>→  Shows attendance patterns early</a:t>
            </a:r>
          </a:p>
          <a:p>
            <a:pPr>
              <a:lnSpc>
                <a:spcPct val="125000"/>
              </a:lnSpc>
              <a:spcAft>
                <a:spcPts val="1200"/>
              </a:spcAft>
              <a:defRPr sz="2000">
                <a:solidFill>
                  <a:srgbClr val="0F172A"/>
                </a:solidFill>
                <a:latin typeface="Aptos"/>
              </a:defRPr>
            </a:pPr>
            <a:r>
              <a:t>→  Helps solve absenteeism quickly</a:t>
            </a:r>
          </a:p>
          <a:p>
            <a:pPr>
              <a:lnSpc>
                <a:spcPct val="125000"/>
              </a:lnSpc>
              <a:spcAft>
                <a:spcPts val="1200"/>
              </a:spcAft>
              <a:defRPr sz="2000">
                <a:solidFill>
                  <a:srgbClr val="0F172A"/>
                </a:solidFill>
                <a:latin typeface="Aptos"/>
              </a:defRPr>
            </a:pPr>
            <a:r>
              <a:t>→  Makes data easy to understand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Create and Explain a Chart</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Use the spreadsheet of student reading times per week</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Choose a chart type, create the chart with clear labels, then write two sentences explaining what the chart shows</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labeled chart and a short explanation of key trends or differences.</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Chart fits the data and comparison goal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helps you pick the right chart?</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can charts help in real life?</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What was hard about making your chart?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Pie charts always work for any data</a:t>
            </a:r>
          </a:p>
          <a:p>
            <a:pPr>
              <a:lnSpc>
                <a:spcPct val="125000"/>
              </a:lnSpc>
              <a:spcAft>
                <a:spcPts val="800"/>
              </a:spcAft>
              <a:defRPr sz="1700">
                <a:solidFill>
                  <a:srgbClr val="0F172A"/>
                </a:solidFill>
                <a:latin typeface="Aptos"/>
              </a:defRPr>
            </a:pPr>
            <a:r>
              <a:t>•  Charts update automatically without action</a:t>
            </a:r>
          </a:p>
          <a:p>
            <a:pPr>
              <a:lnSpc>
                <a:spcPct val="125000"/>
              </a:lnSpc>
              <a:spcAft>
                <a:spcPts val="800"/>
              </a:spcAft>
              <a:defRPr sz="1700">
                <a:solidFill>
                  <a:srgbClr val="0F172A"/>
                </a:solidFill>
                <a:latin typeface="Aptos"/>
              </a:defRPr>
            </a:pPr>
            <a:r>
              <a:t>•  Confusing when to use line vs. bar charts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Give templates with partial charts for support</a:t>
            </a:r>
          </a:p>
          <a:p>
            <a:pPr>
              <a:lnSpc>
                <a:spcPct val="125000"/>
              </a:lnSpc>
              <a:spcAft>
                <a:spcPts val="800"/>
              </a:spcAft>
              <a:defRPr sz="1700">
                <a:solidFill>
                  <a:srgbClr val="0F172A"/>
                </a:solidFill>
                <a:latin typeface="Aptos"/>
              </a:defRPr>
            </a:pPr>
            <a:r>
              <a:t>•  Ask advanced students to make and compare multiple chart types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