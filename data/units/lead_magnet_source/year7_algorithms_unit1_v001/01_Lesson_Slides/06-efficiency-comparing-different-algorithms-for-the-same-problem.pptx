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is the start of our investigation phase where we dive into comparing algorithms. Use this slide to set the tone that we’re about to explore a practical problem together. Emphasise that investigating different ways to solve the same problem is key to becoming better programmers. Transition here by linking to the hook scenario – we’ll start by thinking about choices and efficiency in everyday life before moving into algorithms.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this hook to get students thinking about efficiency in a relatable context. Ask them to discuss with their partner which route they think would be faster and why. Encourage them to consider factors like stops, distance, and waiting time. This sets up the idea that the shortest or simplest option isn’t always the quickest. Listen for students equating ‘shorter distance’ with ‘faster’ – highlight this common misconception and prepare to revisit it later when connecting to algorithms.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listen for one key idea about efficiency or comparing methods. After the video, ask what stood out and how it links to today’s lesson on algorithm efficiency. Watch for students mentioning speed, steps, or resource use. Use their responses to bridge into the learning section, reinforcing the relevance of comparing algorithms to everyday problem solving.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the core concepts of efficiency and comparison between algorithms. Briefly explain that we’re now focusing on understanding what efficiency means in programming and why it matters. Transition smoothly from the video by saying we’ll unpack these ideas step-by-step to build a solid foundation before applying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efficiency as a measure of how quickly and resourcefully an algorithm solves a problem. Use the example on the slide – checking each name once versus multiple times – to illustrate why some algorithms are faster. Emphasise that even if two algorithms solve the same problem, their speed and resource use can differ a lot. Watch for students thinking all algorithms that solve a problem are equally efficient; clarify that efficiency varies and is important for better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Here, focus on comparing algorithms by highlighting linear search versus binary search. Explain how linear search checks items one by one, which can be slow for big lists, while binary search uses a clever approach to halve the list repeatedly, speeding things up. Stress that simplicity in appearance doesn’t always mean faster performance. Some students might assume simpler equals better, so challenge that idea with this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connect algorithm efficiency to something tangible: search engines. Help students see that fast algorithms aren’t just abstract—they directly impact how quickly we get results online and how much computing power is used. Encourage them to think about how a slow algorithm would frustrate users or waste resources. This connection helps them appreciate why efficiency matters beyond just coding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is the application phase where students put their understanding into practice. Explain that they’ll design two algorithms for the same problem and compare their efficiency by counting steps. Emphasise clear, step-by-step instructions are needed. Prepare them to think critically about which algorithm is more efficient and why, using evidence from their step counts.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activity by clarifying the task: write two different algorithms to find the largest number in a list, count the steps each takes, and then compare their efficiency. Encourage students to consider different approaches—maybe one that checks every number and one that keeps track of the largest as they go. Circulate to support students struggling with algorithm structure, and prompt deeper thinking with questions like, 'Can you make your algorithm stop earlier?' or 'How many steps does your algorithm take for a list of 5 items?' Success means clear algorithms and a thoughtful comparison based on step 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it’s time to reflect and consolidate learning. Prepare students to review what they’ve done and understood about efficiency and comparing algorithms. Use this as a pause before discussion, helping them organise their thoughts and prepare for the reflection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a class discussion using the reflection questions. Ask, 'Why is it important to choose efficient algorithms when programming?' and 'How can efficiency help us outside of programming, like in daily life or technology we use?' Encourage students to link back to the hook and real-world examples. Listen for answers highlighting time saved, resource use, or user experience. This is a good chance to check for understanding and address any lingering misconceptions.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Use these teacher notes as a reminder of common pitfalls: watch for students assuming all algorithms are equally efficient or that simpler always means faster. Reinforce that efficiency matters even for small problems because it scales. Differentiate by offering step-by-step templates to those who need it, and challenge advanced students with informal big O notation or real-world algorithm efficiency research. For extension, connect efficiency to battery life in apps or AI algorithms to deepen relevance and engagement.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06</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Efficiency: Comparing Algorithms</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Algorithms &amp; Programming Logic: Unit 1 – Thinking Like a Programmer</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06</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Explain algorithm efficiency with examples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Identify efficiency differences between two algorithms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Choose the more efficient algorithm and justify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comparing algorithms help us write better programs?</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have two routes to school: a straight path with many traffic lights, or a longer route with fewer stops</a:t>
            </a:r>
            <a:br/>
            <a:br/>
            <a:r>
              <a:t>Which is faster? Discuss your choice and reasons with a partner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Efficiency?</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Algorithm efficiency shows how fast and resourceful an algorithm solves a problem</a:t>
            </a:r>
          </a:p>
          <a:p>
            <a:pPr>
              <a:lnSpc>
                <a:spcPct val="125000"/>
              </a:lnSpc>
              <a:spcAft>
                <a:spcPts val="1200"/>
              </a:spcAft>
              <a:defRPr sz="2000">
                <a:solidFill>
                  <a:srgbClr val="0F172A"/>
                </a:solidFill>
                <a:latin typeface="Aptos"/>
              </a:defRPr>
            </a:pPr>
            <a:r>
              <a:t>•  For example, sorting a list by checking each name once is quicker than checking some names multiple times</a:t>
            </a:r>
          </a:p>
          <a:p>
            <a:pPr>
              <a:lnSpc>
                <a:spcPct val="125000"/>
              </a:lnSpc>
              <a:spcAft>
                <a:spcPts val="1200"/>
              </a:spcAft>
              <a:defRPr sz="2000">
                <a:solidFill>
                  <a:srgbClr val="0F172A"/>
                </a:solidFill>
                <a:latin typeface="Aptos"/>
              </a:defRPr>
            </a:pPr>
            <a:r>
              <a:t>•  Not all algorithms solving the same problem take equal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Comparing Algorithms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Algorithms solving the same task can vary in steps and speed</a:t>
            </a:r>
          </a:p>
          <a:p>
            <a:pPr>
              <a:lnSpc>
                <a:spcPct val="125000"/>
              </a:lnSpc>
              <a:spcAft>
                <a:spcPts val="1200"/>
              </a:spcAft>
              <a:defRPr sz="2000">
                <a:solidFill>
                  <a:srgbClr val="0F172A"/>
                </a:solidFill>
                <a:latin typeface="Aptos"/>
              </a:defRPr>
            </a:pPr>
            <a:r>
              <a:t>•  For example, linear search checks every item one by one, while binary search jumps to the middle and halves the list each time</a:t>
            </a:r>
          </a:p>
          <a:p>
            <a:pPr>
              <a:lnSpc>
                <a:spcPct val="125000"/>
              </a:lnSpc>
              <a:spcAft>
                <a:spcPts val="1200"/>
              </a:spcAft>
              <a:defRPr sz="2000">
                <a:solidFill>
                  <a:srgbClr val="0F172A"/>
                </a:solidFill>
                <a:latin typeface="Aptos"/>
              </a:defRPr>
            </a:pPr>
            <a:r>
              <a:t>•  Simpler-looking algorithms aren't always faster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Search Engines &amp; Efficiency</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Search engines use fast algorithms to find relevant info from billions of pages quickly.</a:t>
            </a:r>
          </a:p>
          <a:p>
            <a:pPr>
              <a:lnSpc>
                <a:spcPct val="125000"/>
              </a:lnSpc>
              <a:spcAft>
                <a:spcPts val="1200"/>
              </a:spcAft>
              <a:defRPr sz="2000">
                <a:solidFill>
                  <a:srgbClr val="0F172A"/>
                </a:solidFill>
                <a:latin typeface="Aptos"/>
              </a:defRPr>
            </a:pPr>
            <a:r>
              <a:t>→  Faster algorithms give quicker search results</a:t>
            </a:r>
          </a:p>
          <a:p>
            <a:pPr>
              <a:lnSpc>
                <a:spcPct val="125000"/>
              </a:lnSpc>
              <a:spcAft>
                <a:spcPts val="1200"/>
              </a:spcAft>
              <a:defRPr sz="2000">
                <a:solidFill>
                  <a:srgbClr val="0F172A"/>
                </a:solidFill>
                <a:latin typeface="Aptos"/>
              </a:defRPr>
            </a:pPr>
            <a:r>
              <a:t>→  Improves user experience</a:t>
            </a:r>
          </a:p>
          <a:p>
            <a:pPr>
              <a:lnSpc>
                <a:spcPct val="125000"/>
              </a:lnSpc>
              <a:spcAft>
                <a:spcPts val="1200"/>
              </a:spcAft>
              <a:defRPr sz="2000">
                <a:solidFill>
                  <a:srgbClr val="0F172A"/>
                </a:solidFill>
                <a:latin typeface="Aptos"/>
              </a:defRPr>
            </a:pPr>
            <a:r>
              <a:t>→  Saves computing power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Design &amp; Compare Algorithms</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Write two step-by-step algorithms to find the largest number in a list</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Count the steps each takes, then explain which is more efficient and why</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Two clear algorithms with a written comparison of their efficiency based on step count.</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Two step-by-step algorithms solving the same problem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Why choose efficient algorithms in programming?</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can efficiency help in technology or daily life?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All algorithms solving the same problem are equally efficient.</a:t>
            </a:r>
          </a:p>
          <a:p>
            <a:pPr>
              <a:lnSpc>
                <a:spcPct val="125000"/>
              </a:lnSpc>
              <a:spcAft>
                <a:spcPts val="800"/>
              </a:spcAft>
              <a:defRPr sz="1700">
                <a:solidFill>
                  <a:srgbClr val="0F172A"/>
                </a:solidFill>
                <a:latin typeface="Aptos"/>
              </a:defRPr>
            </a:pPr>
            <a:r>
              <a:t>•  Simpler algorithms are always faster.</a:t>
            </a:r>
          </a:p>
          <a:p>
            <a:pPr>
              <a:lnSpc>
                <a:spcPct val="125000"/>
              </a:lnSpc>
              <a:spcAft>
                <a:spcPts val="800"/>
              </a:spcAft>
              <a:defRPr sz="1700">
                <a:solidFill>
                  <a:srgbClr val="0F172A"/>
                </a:solidFill>
                <a:latin typeface="Aptos"/>
              </a:defRPr>
            </a:pPr>
            <a:r>
              <a:t>•  Efficiency only matters for big problems.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step-by-step templates for students needing support writing algorithms.</a:t>
            </a:r>
          </a:p>
          <a:p>
            <a:pPr>
              <a:lnSpc>
                <a:spcPct val="125000"/>
              </a:lnSpc>
              <a:spcAft>
                <a:spcPts val="800"/>
              </a:spcAft>
              <a:defRPr sz="1700">
                <a:solidFill>
                  <a:srgbClr val="0F172A"/>
                </a:solidFill>
                <a:latin typeface="Aptos"/>
              </a:defRPr>
            </a:pPr>
            <a:r>
              <a:t>•  Encourage advanced students to explore efficiency using informal big O notation.</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