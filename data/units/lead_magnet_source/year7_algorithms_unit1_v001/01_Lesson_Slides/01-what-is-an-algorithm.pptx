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marks the start of our exploration phase. Use it to set the tone that we’re about to dive into understanding what an algorithm is by investigating a real problem. Emphasise that algorithms are tools to help solve problems step-by-step. Transition by inviting students to think about everyday problems they solve with a sequence of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Start with this relatable scenario to spark curiosity. Ask students: 'If you woke up late, how would you decide what to do first?' Encourage a quick brainstorm to highlight how we naturally prioritise and order steps. This will help them see the connection between everyday decisions and algorithms. Watch for students confusing any random list of tasks with an ordered plan.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listen for one key idea about algorithms and how it links to solving problems. After watching, prompt a brief discussion: 'What stood out about how algorithms work?' This keeps focus and connects the video content back to today’s essential question. Be ready to clarify if students think algorithms are only computer stuff.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signals we’re moving into the main concepts. Use this moment to refocus attention and prepare students to absorb definitions and examples. Remind them that understanding these key ideas is crucial for writing their own algorithms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that an algorithm is more than just a list — it’s a precise, ordered set of steps to complete a task. Use the sandwich example to make it concrete. Highlight why order matters: if you put the filling before the bread, it doesn’t work! Watch for students who might say 'any list of steps' counts as an algorithm — stress the importance of order and clarity.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Focus on the need for clarity and precision in each step. Use the sugar example to show how vague instructions cause errors. Emphasise that algorithms must avoid guessing, so instructions need exact amounts or actions. Ask students to think of examples where unclear steps led to problems, maybe in recipes or instructions they’ve followed.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Help students connect algorithms to a technology they use daily — GPS. Explain how GPS algorithms quickly calculate the fastest route and update it for traffic, showing real-time problem solving. Highlight that without algorithms, GPS wouldn’t be reliable or useful. Encourage students to think of other tech that might use algorithms similarly.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introduces the practical application phase. Use it to energise students about putting theory into practice by writing their own algorithms. Remind them to focus on clear, logical steps and that their instructions should be easy for someone else to follow exactly.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this activity by having students pick a simple daily task they know well. Stress the importance of writing each step clearly and in order. Circulate to check that instructions are precise and logical, helping students rephrase vague steps. Success looks like a sequence someone else could follow without asking questions. Encourage peer testing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Signal the start of reflection to consolidate learning. Encourage students to think back on the activity and the lesson’s key ideas. This pause helps deepen understanding and prepares them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Use these questions to guide a whole-class or small-group discussion. Push students to articulate how writing algorithms clarifies their thinking about a task. Explore what happens when steps are missing or unclear — likely confusion or errors. This helps reinforce why precision and order matter in algorithms.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Keep an eye out for students who treat any list as an algorithm or write vague, unordered steps. Support students needing extra help with sentence starters or templates. For those ahead, challenge them to improve unclear algorithms or compare two different algorithms for the same task, discussing which is more efficient. Consider introducing the idea of inputs and outputs as a next step for extension.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01</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What Is an Algorithm?</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Algorithms &amp; Programming Logic: Unit 1 – Thinking Like a Programmer</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01</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Define an algorithm simply</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Identify steps in an algorithm</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Explain why clear steps matter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 algorithms help us solve problems in everyday life and technology?</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 wake up late and must get ready fast. How do you decide which steps to do first?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an Algorithm?</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An algorithm is a clear, ordered set of steps to complete a task</a:t>
            </a:r>
          </a:p>
          <a:p>
            <a:pPr>
              <a:lnSpc>
                <a:spcPct val="125000"/>
              </a:lnSpc>
              <a:spcAft>
                <a:spcPts val="1200"/>
              </a:spcAft>
              <a:defRPr sz="2000">
                <a:solidFill>
                  <a:srgbClr val="0F172A"/>
                </a:solidFill>
                <a:latin typeface="Aptos"/>
              </a:defRPr>
            </a:pPr>
            <a:r>
              <a:t>•  For example, making a sandwich: get bread, add filling, close sandwich</a:t>
            </a:r>
          </a:p>
          <a:p>
            <a:pPr>
              <a:lnSpc>
                <a:spcPct val="125000"/>
              </a:lnSpc>
              <a:spcAft>
                <a:spcPts val="1200"/>
              </a:spcAft>
              <a:defRPr sz="2000">
                <a:solidFill>
                  <a:srgbClr val="0F172A"/>
                </a:solidFill>
                <a:latin typeface="Aptos"/>
              </a:defRPr>
            </a:pPr>
            <a:r>
              <a:t>•  Steps must be precise and in order, not just any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Clear &amp; Precise Steps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Each step must be easy to follow without guessing</a:t>
            </a:r>
          </a:p>
          <a:p>
            <a:pPr>
              <a:lnSpc>
                <a:spcPct val="125000"/>
              </a:lnSpc>
              <a:spcAft>
                <a:spcPts val="1200"/>
              </a:spcAft>
              <a:defRPr sz="2000">
                <a:solidFill>
                  <a:srgbClr val="0F172A"/>
                </a:solidFill>
                <a:latin typeface="Aptos"/>
              </a:defRPr>
            </a:pPr>
            <a:r>
              <a:t>•  For example, say 'add 2 teaspoons of sugar' instead of 'add some sugar.' Vague steps cause mistakes, so instructions must be exact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Algorithms in GPS</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GPS uses algorithms to find the fastest route from where you are to where you want to go.</a:t>
            </a:r>
          </a:p>
          <a:p>
            <a:pPr>
              <a:lnSpc>
                <a:spcPct val="125000"/>
              </a:lnSpc>
              <a:spcAft>
                <a:spcPts val="1200"/>
              </a:spcAft>
              <a:defRPr sz="2000">
                <a:solidFill>
                  <a:srgbClr val="0F172A"/>
                </a:solidFill>
                <a:latin typeface="Aptos"/>
              </a:defRPr>
            </a:pPr>
            <a:r>
              <a:t>→  Algorithms calculate routes quickly.</a:t>
            </a:r>
          </a:p>
          <a:p>
            <a:pPr>
              <a:lnSpc>
                <a:spcPct val="125000"/>
              </a:lnSpc>
              <a:spcAft>
                <a:spcPts val="1200"/>
              </a:spcAft>
              <a:defRPr sz="2000">
                <a:solidFill>
                  <a:srgbClr val="0F172A"/>
                </a:solidFill>
                <a:latin typeface="Aptos"/>
              </a:defRPr>
            </a:pPr>
            <a:r>
              <a:t>→  They update routes for traffic changes.</a:t>
            </a:r>
          </a:p>
          <a:p>
            <a:pPr>
              <a:lnSpc>
                <a:spcPct val="125000"/>
              </a:lnSpc>
              <a:spcAft>
                <a:spcPts val="1200"/>
              </a:spcAft>
              <a:defRPr sz="2000">
                <a:solidFill>
                  <a:srgbClr val="0F172A"/>
                </a:solidFill>
                <a:latin typeface="Aptos"/>
              </a:defRPr>
            </a:pPr>
            <a:r>
              <a:t>→  Without algorithms, GPS wouldn’t work well.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Write an Algorithm</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Pick a daily task like brushing teeth or packing a bag</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Write clear, ordered steps so someone else can follow them exactly</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clear, step-by-step written algorithm for your chosen task.</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Steps follow a logical order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How does writing an algorithm help you understand a task?</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What problems arise if steps are unclear or missing?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Not every list is an algorithm; steps must be ordered and precise.</a:t>
            </a:r>
          </a:p>
          <a:p>
            <a:pPr>
              <a:lnSpc>
                <a:spcPct val="125000"/>
              </a:lnSpc>
              <a:spcAft>
                <a:spcPts val="800"/>
              </a:spcAft>
              <a:defRPr sz="1700">
                <a:solidFill>
                  <a:srgbClr val="0F172A"/>
                </a:solidFill>
                <a:latin typeface="Aptos"/>
              </a:defRPr>
            </a:pPr>
            <a:r>
              <a:t>•  Algorithms are not vague instructions without clear order.</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Offer sentence starters or step templates for support.</a:t>
            </a:r>
          </a:p>
          <a:p>
            <a:pPr>
              <a:lnSpc>
                <a:spcPct val="125000"/>
              </a:lnSpc>
              <a:spcAft>
                <a:spcPts val="800"/>
              </a:spcAft>
              <a:defRPr sz="1700">
                <a:solidFill>
                  <a:srgbClr val="0F172A"/>
                </a:solidFill>
                <a:latin typeface="Aptos"/>
              </a:defRPr>
            </a:pPr>
            <a:r>
              <a:t>•  Have advanced students improve unclear sample algorithms.</a:t>
            </a:r>
          </a:p>
          <a:p>
            <a:pPr>
              <a:lnSpc>
                <a:spcPct val="125000"/>
              </a:lnSpc>
              <a:spcAft>
                <a:spcPts val="800"/>
              </a:spcAft>
              <a:defRPr sz="1700">
                <a:solidFill>
                  <a:srgbClr val="0F172A"/>
                </a:solidFill>
                <a:latin typeface="Aptos"/>
              </a:defRPr>
            </a:pPr>
            <a:r>
              <a:t>•  Extension ideas:</a:t>
            </a:r>
          </a:p>
          <a:p>
            <a:pPr>
              <a:lnSpc>
                <a:spcPct val="125000"/>
              </a:lnSpc>
              <a:spcAft>
                <a:spcPts val="800"/>
              </a:spcAft>
              <a:defRPr sz="1700">
                <a:solidFill>
                  <a:srgbClr val="0F172A"/>
                </a:solidFill>
                <a:latin typeface="Aptos"/>
              </a:defRPr>
            </a:pPr>
            <a:r>
              <a:t>•  Introduce inputs and outputs with a simple example.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