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beginning a new phase where students will investigate how CSS can solve the problem of dull-looking websites. Emphasise that this section is about exploring the tools that change how a page looks, not its content. Transition by connecting this to what they already know about HTML structure, then explain that CSS adds style to that 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Start by inviting students to picture two websites: one plain and one styled with colour, fonts, and spacing that make information clear and inviting. Ask them which one they'd prefer to use and why. This sets curiosity and personal connection. Watch out for students who might think styling is just decoration—guide them to see it as improving clarity and usability.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prompt students to listen for the main idea about how CSS changes a website’s look. After watching, ask what stood out and how it relates to today’s essential question. Remind them to focus on examples of styling and how CSS separates appearance from content. This keeps their attention purposeful.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the core concepts of CSS styling. Briefly explain that we’ll cover what CSS is, how its syntax works, and why it’s important. Connect this to the earlier hook and video so students see the flow. Transition by saying we’ll break down CSS into manageable parts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CSS stands for Cascading Style Sheets and controls the visual style of HTML pages. Use the example on the slide to show how a simple line of CSS changes background colour. Emphasise CSS only changes appearance, not the actual content or structure. Watch for students confusing CSS with HTML functionality or content changes and gently correct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CSS syntax: selectors target HTML elements, and declarations inside braces specify styles. Use the paragraph example to show how multiple style properties work together. Highlight that CSS goes in style blocks or separate files, not inside HTML tags. Some students may try to write CSS inside HTML tags or confuse selectors with HTML attributes—address these misconceptions clearly.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Unpack the real-world example of a school website using CSS to make announcements stand out. Discuss how styling helps visitors find important info quickly and makes the site more user-friendly. Connect this back to the essential question by showing CSS’s practical impact. Encourage students to think about how styling improves both look and function.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moving into the hands-on phase where students apply what they've learned about CSS. Emphasise this is their chance to experiment with background colour, text colour, and fonts. Remind them to use style blocks or an external CSS file as learned. Transition by explaining the upcoming activity and how it connects to the concepts covered.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activity by clearly stating the three required CSS changes: background colour, text colour for one element, and a new font style. Encourage students to plan which elements they’ll style before coding. Success looks like a visibly styled page meeting all three criteria. Circulate to check for correct syntax, especially the use of selectors and braces, and support students mixing CSS inside HTML tags or misusing selectors.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time to pause and reflect on what was learned and done. Prompt students to think about how CSS changed their pages and their experience writing CSS. Use this to reinforce the connection between theory and practice before moving to deeper reflection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a discussion using the reflection questions. Ask how CSS improved their page and why that matters. Explore what parts of writing CSS were easy or difficult to identify areas needing more practice. Finally, discuss why it’s important to keep content (HTML) separate from style (CSS) to build good web design habits. Encourage students to share examples or challenges they faced.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Highlight common misconceptions: CSS inside HTML tags, confusing selectors with tags or attributes, and thinking CSS changes content. Suggest providing starter templates for those struggling and extension tasks like exploring box model properties or class selectors for advanced students. This slide helps you plan differentiated support and enrichment to keep all learners engaged and challenged.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04</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Intro to CSS Styling</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Websites &amp; Web Design: Unit 1 – Building Your First Website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04</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Explain CSS’s role in web design</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Write simple CSS rules for HTML</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Spot and fix common CSS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does CSS change a website’s look?</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Picture a dull website vs. one with colors, fonts, and spacing that make info clear and inviting.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CSS?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CSS (Cascading Style Sheets) controls how HTML looks by setting colors, fonts, and layout</a:t>
            </a:r>
          </a:p>
          <a:p>
            <a:pPr>
              <a:lnSpc>
                <a:spcPct val="125000"/>
              </a:lnSpc>
              <a:spcAft>
                <a:spcPts val="1200"/>
              </a:spcAft>
              <a:defRPr sz="2000">
                <a:solidFill>
                  <a:srgbClr val="0F172A"/>
                </a:solidFill>
                <a:latin typeface="Aptos"/>
              </a:defRPr>
            </a:pPr>
            <a:r>
              <a:t>•  For example, 'body { background-color: lightblue; }' changes the page’s background color</a:t>
            </a:r>
          </a:p>
          <a:p>
            <a:pPr>
              <a:lnSpc>
                <a:spcPct val="125000"/>
              </a:lnSpc>
              <a:spcAft>
                <a:spcPts val="1200"/>
              </a:spcAft>
              <a:defRPr sz="2000">
                <a:solidFill>
                  <a:srgbClr val="0F172A"/>
                </a:solidFill>
                <a:latin typeface="Aptos"/>
              </a:defRPr>
            </a:pPr>
            <a:r>
              <a:t>•  CSS styles appearance only—it doesn’t change content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Basic CSS Syntax</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CSS rules have a selector and declarations inside braces</a:t>
            </a:r>
          </a:p>
          <a:p>
            <a:pPr>
              <a:lnSpc>
                <a:spcPct val="125000"/>
              </a:lnSpc>
              <a:spcAft>
                <a:spcPts val="1200"/>
              </a:spcAft>
              <a:defRPr sz="2000">
                <a:solidFill>
                  <a:srgbClr val="0F172A"/>
                </a:solidFill>
                <a:latin typeface="Aptos"/>
              </a:defRPr>
            </a:pPr>
            <a:r>
              <a:t>•  The selector targets HTML elements, like 'p' for paragraphs</a:t>
            </a:r>
          </a:p>
          <a:p>
            <a:pPr>
              <a:lnSpc>
                <a:spcPct val="125000"/>
              </a:lnSpc>
              <a:spcAft>
                <a:spcPts val="1200"/>
              </a:spcAft>
              <a:defRPr sz="2000">
                <a:solidFill>
                  <a:srgbClr val="0F172A"/>
                </a:solidFill>
                <a:latin typeface="Aptos"/>
              </a:defRPr>
            </a:pPr>
            <a:r>
              <a:t>•  For example, 'p { color: red; font-size: 16px; }' makes all paragraphs red and 16px tall</a:t>
            </a:r>
          </a:p>
          <a:p>
            <a:pPr>
              <a:lnSpc>
                <a:spcPct val="125000"/>
              </a:lnSpc>
              <a:spcAft>
                <a:spcPts val="1200"/>
              </a:spcAft>
              <a:defRPr sz="2000">
                <a:solidFill>
                  <a:srgbClr val="0F172A"/>
                </a:solidFill>
                <a:latin typeface="Aptos"/>
              </a:defRPr>
            </a:pPr>
            <a:r>
              <a:t>•  CSS code belongs in style blocks or separate files, not inside HTML tags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School Website Styling</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school website uses CSS to highlight announcements with bright colors and clear fonts.</a:t>
            </a:r>
          </a:p>
          <a:p>
            <a:pPr>
              <a:lnSpc>
                <a:spcPct val="125000"/>
              </a:lnSpc>
              <a:spcAft>
                <a:spcPts val="1200"/>
              </a:spcAft>
              <a:defRPr sz="2000">
                <a:solidFill>
                  <a:srgbClr val="0F172A"/>
                </a:solidFill>
                <a:latin typeface="Aptos"/>
              </a:defRPr>
            </a:pPr>
            <a:r>
              <a:t>→  Styling helps visitors find key info fast</a:t>
            </a:r>
          </a:p>
          <a:p>
            <a:pPr>
              <a:lnSpc>
                <a:spcPct val="125000"/>
              </a:lnSpc>
              <a:spcAft>
                <a:spcPts val="1200"/>
              </a:spcAft>
              <a:defRPr sz="2000">
                <a:solidFill>
                  <a:srgbClr val="0F172A"/>
                </a:solidFill>
                <a:latin typeface="Aptos"/>
              </a:defRPr>
            </a:pPr>
            <a:r>
              <a:t>→  Colors and fonts boost readability and appeal</a:t>
            </a:r>
          </a:p>
          <a:p>
            <a:pPr>
              <a:lnSpc>
                <a:spcPct val="125000"/>
              </a:lnSpc>
              <a:spcAft>
                <a:spcPts val="1200"/>
              </a:spcAft>
              <a:defRPr sz="2000">
                <a:solidFill>
                  <a:srgbClr val="0F172A"/>
                </a:solidFill>
                <a:latin typeface="Aptos"/>
              </a:defRPr>
            </a:pPr>
            <a:r>
              <a:t>→  CSS makes the site easier and nicer to use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Style Your First Page</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Build a simple webpage and add CSS to: 1) Set a background color, 2) Change text color of one element, 3) Apply a new font style to some text</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Use a CSS file or style block</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webpage styled with at least three CSS changes: background color, text color, and font style.</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Background color changed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How did CSS improve your page’s look?</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was easy or hard about writing CSS?</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Why keep content (HTML) separate from style (CSS)?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Putting CSS inside HTML tags instead of style blocks or files</a:t>
            </a:r>
          </a:p>
          <a:p>
            <a:pPr>
              <a:lnSpc>
                <a:spcPct val="125000"/>
              </a:lnSpc>
              <a:spcAft>
                <a:spcPts val="800"/>
              </a:spcAft>
              <a:defRPr sz="1700">
                <a:solidFill>
                  <a:srgbClr val="0F172A"/>
                </a:solidFill>
                <a:latin typeface="Aptos"/>
              </a:defRPr>
            </a:pPr>
            <a:r>
              <a:t>•  Mixing up CSS selectors with HTML tags or attributes</a:t>
            </a:r>
          </a:p>
          <a:p>
            <a:pPr>
              <a:lnSpc>
                <a:spcPct val="125000"/>
              </a:lnSpc>
              <a:spcAft>
                <a:spcPts val="800"/>
              </a:spcAft>
              <a:defRPr sz="1700">
                <a:solidFill>
                  <a:srgbClr val="0F172A"/>
                </a:solidFill>
                <a:latin typeface="Aptos"/>
              </a:defRPr>
            </a:pPr>
            <a:r>
              <a:t>•  Thinking CSS changes content, not just appearance</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Give starter CSS templates to students who need help</a:t>
            </a:r>
          </a:p>
          <a:p>
            <a:pPr>
              <a:lnSpc>
                <a:spcPct val="125000"/>
              </a:lnSpc>
              <a:spcAft>
                <a:spcPts val="800"/>
              </a:spcAft>
              <a:defRPr sz="1700">
                <a:solidFill>
                  <a:srgbClr val="0F172A"/>
                </a:solidFill>
                <a:latin typeface="Aptos"/>
              </a:defRPr>
            </a:pPr>
            <a:r>
              <a:t>•  Provide extra selectors and properties for advanced learners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