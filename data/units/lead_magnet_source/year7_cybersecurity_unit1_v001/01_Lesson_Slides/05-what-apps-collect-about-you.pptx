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signals the start of our exploration into how apps collect data. Use this moment to set the purpose clearly: we're going to dig deeper into what information apps gather and why it matters. Transition by inviting students to think about their own app experiences. You might say, 'Let's step into the shoes of someone using an app and see what’s really going on behind the scenes.' Keep the tone curious and investigative to engage them early.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Use the scenario to spark curiosity and personal connection. Ask students why a game app might want access to contacts, location, or camera. Encourage them to think beyond just ‘gameplay’ reasons — could it be about advertising, social sharing, or data selling? Watch for answers that assume apps only collect data for features; push them to consider privacy implications. This slide is great for a quick pair-share or whole-class brainstorm to get everyone thinking critically.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listen for one main point about app data collection and how it links to today’s lesson. Pause briefly after the video to check understanding—ask, 'What stood out to you about how apps collect or use our info?' and 'How does this relate to what we’re exploring today?' Keep an eye out for students who might misunderstand data collection as always harmful; remind them it’s about understanding risks and choices.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marks a shift into the core content. Use it to signal that now we’re focusing on the key ideas and facts behind app data collection. You might say, 'Now that we’ve got some questions and background, let’s unpack the important concepts you'll need to understand how apps collect and use your information.' Keep energy up and use this as a moment to refocus attention.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clearly that apps gather a variety of personal data, often beyond what students might expect. Use the weather app example to show a legitimate reason for data use, but stress that not all data collection is this straightforward. Highlight the misconception that apps always ask every time they collect data; many collect info silently after initial permission. Ask, 'Can anyone think of an app they use that might collect data without asking all the time?' This helps students connect with the idea concretely.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that while apps often collect data to improve user experience, a big motive is profit through ads or sharing data with other companies. Use social media ads as a relatable example—students can usually connect with targeted ads they’ve seen. Be ready to address the misconception that data collection is only about helping users; stress that it’s also about business models. You might ask, 'Why do you think some apps are free to use but still ask for lots of info?' This encourages critical thinking.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This real-world example is powerful for showing risks in a tangible way. Unpack the story carefully: emphasise how sensitive data like location and health info can be shared without clear permission, which is a privacy red flag. Link back to the big idea that apps can share data unexpectedly, and why it’s important to check permissions and privacy settings. Ask students, 'How would you feel if your fitness data was shared without you knowing?' to prompt empathy and reflection.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Introduce this section as the moment for students to apply their learning practically. Emphasise that they’ll be creating a privacy guide, which helps them think about app permissions and personal protection strategies. Use this time to explain expectations clearly and motivate students to produce something useful for themselves and others. You might say, 'Think of this as your own toolkit for staying safe online.'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the activity by clarifying the task: list five common app permissions and explain what data each collects, then write three tips to protect privacy. Remind students their final product should be clear and easy to understand, like a poster or slide. Circulate actively, checking that students grasp the difference between permissions (like camera or location) and the data those permissions allow the app to access. Support students struggling with wording by offering sentence starters or examples. Success looks like accurate info paired with practical tips.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Use this section slide to signal the wrap-up phase. Encourage students to prepare for reflection by recalling what they learned and how it applies to their own app use. Say something like, 'Let’s take a moment to bring everything together and think about what this means for us when we use apps every day.' This also sets the tone for thoughtful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Facilitate a reflective discussion by asking students how their awareness of app data collection might change their behaviour. Encourage them to share specific steps they plan to take, which helps make the learning personal and actionable. Watch for vague answers; prompt them to be specific, for instance, 'Will you check permissions more carefully or ask for help?' This reflection deepens understanding and commitment to privacy practices.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This slide is your reminder to watch for common misunderstandings, like the belief that apps only collect data with repeated permission or that denying permissions stops all data collection. When you see these, gently correct with examples. Differentiation ideas here are gold—tailor support by offering simpler or more complex app examples depending on reading ability, and scaffold writing with sentence starters. For extension, encourage curious students to investigate real news stories or privacy policies, which deepens their critical digital literacy.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05</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What Apps Collect About You</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Cyber Security &amp; Digital Footprints: Unit 1 – Protecting Yourself Online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05</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Identify common data apps collect</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Explain why apps gather personal info</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Recognise how to control data sharing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 apps collect and use our personal info, and how can we protect ourselves?</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download a new game app</a:t>
            </a:r>
            <a:br/>
            <a:br/>
            <a:r>
              <a:t>It asks permission to access your contacts, location, and camera</a:t>
            </a:r>
            <a:br/>
            <a:br/>
            <a:r>
              <a:t>Why might it want this info?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Data Apps Collect</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Apps collect info like your location, contacts, photos, and app usage</a:t>
            </a:r>
          </a:p>
          <a:p>
            <a:pPr>
              <a:lnSpc>
                <a:spcPct val="125000"/>
              </a:lnSpc>
              <a:spcAft>
                <a:spcPts val="1200"/>
              </a:spcAft>
              <a:defRPr sz="2000">
                <a:solidFill>
                  <a:srgbClr val="0F172A"/>
                </a:solidFill>
                <a:latin typeface="Aptos"/>
              </a:defRPr>
            </a:pPr>
            <a:r>
              <a:t>•  For example, a weather app uses your location to give local forecasts</a:t>
            </a:r>
          </a:p>
          <a:p>
            <a:pPr>
              <a:lnSpc>
                <a:spcPct val="125000"/>
              </a:lnSpc>
              <a:spcAft>
                <a:spcPts val="1200"/>
              </a:spcAft>
              <a:defRPr sz="2000">
                <a:solidFill>
                  <a:srgbClr val="0F172A"/>
                </a:solidFill>
                <a:latin typeface="Aptos"/>
              </a:defRPr>
            </a:pPr>
            <a:r>
              <a:t>•  Note: Some apps collect data even without repeated permission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Why Apps Collect Data</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Apps use data to personalise your experience, show ads, or share info with partners for profit</a:t>
            </a:r>
          </a:p>
          <a:p>
            <a:pPr>
              <a:lnSpc>
                <a:spcPct val="125000"/>
              </a:lnSpc>
              <a:spcAft>
                <a:spcPts val="1200"/>
              </a:spcAft>
              <a:defRPr sz="2000">
                <a:solidFill>
                  <a:srgbClr val="0F172A"/>
                </a:solidFill>
                <a:latin typeface="Aptos"/>
              </a:defRPr>
            </a:pPr>
            <a:r>
              <a:t>•  For instance, social media apps show ads based on your interests</a:t>
            </a:r>
          </a:p>
          <a:p>
            <a:pPr>
              <a:lnSpc>
                <a:spcPct val="125000"/>
              </a:lnSpc>
              <a:spcAft>
                <a:spcPts val="1200"/>
              </a:spcAft>
              <a:defRPr sz="2000">
                <a:solidFill>
                  <a:srgbClr val="0F172A"/>
                </a:solidFill>
                <a:latin typeface="Aptos"/>
              </a:defRPr>
            </a:pPr>
            <a:r>
              <a:t>•  Data collection isn’t just to help you—it often makes money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Fitness App Data Sharing</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 popular fitness app collected users’ location and health info, then shared it with advertisers without clear consent.</a:t>
            </a:r>
          </a:p>
          <a:p>
            <a:pPr>
              <a:lnSpc>
                <a:spcPct val="125000"/>
              </a:lnSpc>
              <a:spcAft>
                <a:spcPts val="1200"/>
              </a:spcAft>
              <a:defRPr sz="2000">
                <a:solidFill>
                  <a:srgbClr val="0F172A"/>
                </a:solidFill>
                <a:latin typeface="Aptos"/>
              </a:defRPr>
            </a:pPr>
            <a:r>
              <a:t>→  Apps can share sensitive data unexpectedly</a:t>
            </a:r>
          </a:p>
          <a:p>
            <a:pPr>
              <a:lnSpc>
                <a:spcPct val="125000"/>
              </a:lnSpc>
              <a:spcAft>
                <a:spcPts val="1200"/>
              </a:spcAft>
              <a:defRPr sz="2000">
                <a:solidFill>
                  <a:srgbClr val="0F172A"/>
                </a:solidFill>
                <a:latin typeface="Aptos"/>
              </a:defRPr>
            </a:pPr>
            <a:r>
              <a:t>→  This risks your privacy and security</a:t>
            </a:r>
          </a:p>
          <a:p>
            <a:pPr>
              <a:lnSpc>
                <a:spcPct val="125000"/>
              </a:lnSpc>
              <a:spcAft>
                <a:spcPts val="1200"/>
              </a:spcAft>
              <a:defRPr sz="2000">
                <a:solidFill>
                  <a:srgbClr val="0F172A"/>
                </a:solidFill>
                <a:latin typeface="Aptos"/>
              </a:defRPr>
            </a:pPr>
            <a:r>
              <a:t>→  Always check what data an app shares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Make a Privacy Guide</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Individually, list 5 common app permissions and what data each collects</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Then write 3 clear tips to protect your privacy when using apps</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Create a one-page privacy guide poster or digital slide.</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Lists 5 common app permissions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How does knowing about app data collection change how you use apps?</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one step will you take to protect your personal info in apps?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Apps only collect data if you agree each time.</a:t>
            </a:r>
          </a:p>
          <a:p>
            <a:pPr>
              <a:lnSpc>
                <a:spcPct val="125000"/>
              </a:lnSpc>
              <a:spcAft>
                <a:spcPts val="800"/>
              </a:spcAft>
              <a:defRPr sz="1700">
                <a:solidFill>
                  <a:srgbClr val="0F172A"/>
                </a:solidFill>
                <a:latin typeface="Aptos"/>
              </a:defRPr>
            </a:pPr>
            <a:r>
              <a:t>•  Data is only used to improve the app, not for ads or sharing.</a:t>
            </a:r>
          </a:p>
          <a:p>
            <a:pPr>
              <a:lnSpc>
                <a:spcPct val="125000"/>
              </a:lnSpc>
              <a:spcAft>
                <a:spcPts val="800"/>
              </a:spcAft>
              <a:defRPr sz="1700">
                <a:solidFill>
                  <a:srgbClr val="0F172A"/>
                </a:solidFill>
                <a:latin typeface="Aptos"/>
              </a:defRPr>
            </a:pPr>
            <a:r>
              <a:t>•  Denying permissions always stops data collection.</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Provide examples of apps with simple vs complex permissions for different reading levels.</a:t>
            </a:r>
          </a:p>
          <a:p>
            <a:pPr>
              <a:lnSpc>
                <a:spcPct val="125000"/>
              </a:lnSpc>
              <a:spcAft>
                <a:spcPts val="800"/>
              </a:spcAft>
              <a:defRPr sz="1700">
                <a:solidFill>
                  <a:srgbClr val="0F172A"/>
                </a:solidFill>
                <a:latin typeface="Aptos"/>
              </a:defRPr>
            </a:pPr>
            <a:r>
              <a:t>•  Offer sentence starters for the privacy guide to support writing.</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