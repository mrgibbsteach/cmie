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slide signals we are diving into the core of today's lesson. Use it to set the tone: we're investigating a real problem that impacts students directly. Prompt students to be curious and ready to explore how their online actions leave traces. Transition smoothly by saying something like, 'Let's dig into what your digital footprint really means and why it matters to you.'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Start by reading the scenario aloud with some emphasis to spark interest. Ask students to imagine the employer searching their name and what might come up. Encourage them to think about both positive and negative content. This hooks them by making it personal and relevant. Watch for students who say 'I don’t post much online'—remind them that even old comments or photos can come back to affect them. You might ask, 'What do you think an employer might really look for, and why would that matter?'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As you play the video, prompt students to listen for one big takeaway about digital footprints, like how online activity can stick around. After the video, ask them to share what stood out and how it connects to the scenario we just discussed. This helps link abstract ideas to their own experience. If students struggle, guide them by asking, 'Did the video mention examples of things people post that might surprise them later?'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signals we are moving into unpacking key concepts. Use it to prepare students for some definitions and explanations about digital footprints. You might say, 'Now that we’ve seen why this matters, let's understand exactly what a digital footprint is and the different types you leave behind.' Keep energy up to maintain engagement as you shift from hook to core content.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that a digital footprint is all the information left behind from online actions. Use a relatable example, like posting a photo on Instagram or commenting on a TikTok video. Emphasise that even deleting posts doesn’t guarantee removal because others might have saved or shared them. Students often think deleting means it’s gone forever—clarify this misconception gently. Ask, 'Can anyone think of a time they’ve seen something online that wasn’t meant to stay there?' to make it real.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Clarify the difference between active and passive footprints. Active footprints are the things you deliberately post or share, like photos or comments. Passive footprints happen without you realising, like websites tracking your browsing habits. Use a simple analogy: active footprints are like footprints you leave walking in the sand, passive ones are like the wind moving the sand around you. Students often confuse these or think only active footprints count. Reinforce that both shape your overall online presence.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Unpack the real-world impact by discussing how colleges check social media to get a fuller picture of applicants. Highlight that digital footprints can influence acceptance and scholarships—not just grades. Ask students to think about how their own online actions might affect future opportunities. This connects abstract ideas to tangible consequences. Watch for students who feel this doesn’t apply to them yet and remind them this is about building habits early.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slide prepares students to move from learning to doing. Use it to energise the class by saying, 'Now that we know what a digital footprint is and why it matters, it’s time to take control and plan yours.' Emphasise that this is a chance to reflect on their own online habits and make smart choices.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Introduce the activity clearly, explaining each step and what you expect as an outcome. Stress that success means identifying real online habits and linking them to active and passive footprints accurately. Remind students to think carefully about practical actions they can take to protect or improve their footprint—like adjusting privacy settings or thinking twice before posting. Circulate to check understanding, offer examples, and prompt deeper thinking if students list vague actions. Encourage sharing ideas in pairs if time allows.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Use this section slide to signal reflection time. Encourage students to prepare to share what they learned and how their thinking has changed. Say something like, 'Let’s take a moment to think back over what we’ve covered and how it might change the way you use the internet.' This helps consolidate learning before the final reflection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Facilitate a class discussion using the reflection questions. Ask students why understanding their digital footprint matters, guiding them to consider real-life implications. Then invite them to share one new idea they plan to use to manage their online presence. This retrieval practice deepens learning and personalises it. Watch for any lingering misconceptions and address them by revisiting earlier points if needed.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Use this slide as your teaching checklist. Be alert to students thinking deleting posts removes their footprint completely, or that only posts count. Address these gently with examples. Support students who struggle with writing by offering sentence starters or allowing verbal responses. For extension, challenge interested students to research career impacts of digital footprints or explore privacy settings on apps they use. This slide helps you tailor your support and stretch learners effectively.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04</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Your Digital Footprint</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Cyber Security &amp; Digital Footprints: Unit 1 – Protecting Yourself Online</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04</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Define a digital footprint with examples.</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Identify common digital footprint myths.</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List ways to protect your digital footprint.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does your online activity create a digital footprint, and why does it matter?</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You apply for a part-time job</a:t>
            </a:r>
            <a:br/>
            <a:br/>
            <a:r>
              <a:t>The employer searches your name online and finds photos, posts, and comments from years ago</a:t>
            </a:r>
            <a:br/>
            <a:br/>
            <a:r>
              <a:t>What might they see? How could this affect your chances?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What Is a Digital Footprint?</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 digital footprint is the data trail you leave online</a:t>
            </a:r>
          </a:p>
          <a:p>
            <a:pPr>
              <a:lnSpc>
                <a:spcPct val="125000"/>
              </a:lnSpc>
              <a:spcAft>
                <a:spcPts val="1200"/>
              </a:spcAft>
              <a:defRPr sz="2000">
                <a:solidFill>
                  <a:srgbClr val="0F172A"/>
                </a:solidFill>
                <a:latin typeface="Aptos"/>
              </a:defRPr>
            </a:pPr>
            <a:r>
              <a:t>•  For example, posting photos or commenting on videos adds to it</a:t>
            </a:r>
          </a:p>
          <a:p>
            <a:pPr>
              <a:lnSpc>
                <a:spcPct val="125000"/>
              </a:lnSpc>
              <a:spcAft>
                <a:spcPts val="1200"/>
              </a:spcAft>
              <a:defRPr sz="2000">
                <a:solidFill>
                  <a:srgbClr val="0F172A"/>
                </a:solidFill>
                <a:latin typeface="Aptos"/>
              </a:defRPr>
            </a:pPr>
            <a:r>
              <a:t>•  Deleting posts doesn’t always erase them; copies may still exist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Types: Passive vs Active</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Active footprints are what you post, like sharing a photo</a:t>
            </a:r>
          </a:p>
          <a:p>
            <a:pPr>
              <a:lnSpc>
                <a:spcPct val="125000"/>
              </a:lnSpc>
              <a:spcAft>
                <a:spcPts val="1200"/>
              </a:spcAft>
              <a:defRPr sz="2000">
                <a:solidFill>
                  <a:srgbClr val="0F172A"/>
                </a:solidFill>
                <a:latin typeface="Aptos"/>
              </a:defRPr>
            </a:pPr>
            <a:r>
              <a:t>•  Passive footprints are data collected without your input, such as websites tracking your visits</a:t>
            </a:r>
          </a:p>
          <a:p>
            <a:pPr>
              <a:lnSpc>
                <a:spcPct val="125000"/>
              </a:lnSpc>
              <a:spcAft>
                <a:spcPts val="1200"/>
              </a:spcAft>
              <a:defRPr sz="2000">
                <a:solidFill>
                  <a:srgbClr val="0F172A"/>
                </a:solidFill>
                <a:latin typeface="Aptos"/>
              </a:defRPr>
            </a:pPr>
            <a:r>
              <a:t>•  Both shape your digital footprint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College &amp; Digital Footprints</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Colleges sometimes review applicants’ social media to learn more than grades show.</a:t>
            </a:r>
          </a:p>
          <a:p>
            <a:pPr>
              <a:lnSpc>
                <a:spcPct val="125000"/>
              </a:lnSpc>
              <a:spcAft>
                <a:spcPts val="1200"/>
              </a:spcAft>
              <a:defRPr sz="2000">
                <a:solidFill>
                  <a:srgbClr val="0F172A"/>
                </a:solidFill>
                <a:latin typeface="Aptos"/>
              </a:defRPr>
            </a:pPr>
            <a:r>
              <a:t>→  Your digital footprint can affect college acceptance.</a:t>
            </a:r>
          </a:p>
          <a:p>
            <a:pPr>
              <a:lnSpc>
                <a:spcPct val="125000"/>
              </a:lnSpc>
              <a:spcAft>
                <a:spcPts val="1200"/>
              </a:spcAft>
              <a:defRPr sz="2000">
                <a:solidFill>
                  <a:srgbClr val="0F172A"/>
                </a:solidFill>
                <a:latin typeface="Aptos"/>
              </a:defRPr>
            </a:pPr>
            <a:r>
              <a:t>→  Scholarships may depend on your online image.</a:t>
            </a:r>
          </a:p>
          <a:p>
            <a:pPr>
              <a:lnSpc>
                <a:spcPct val="125000"/>
              </a:lnSpc>
              <a:spcAft>
                <a:spcPts val="1200"/>
              </a:spcAft>
              <a:defRPr sz="2000">
                <a:solidFill>
                  <a:srgbClr val="0F172A"/>
                </a:solidFill>
                <a:latin typeface="Aptos"/>
              </a:defRPr>
            </a:pPr>
            <a:r>
              <a:t>→  Managing your footprint protects future chances.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Plan Your Digital Footprint</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Step 1: List your common online activities (e.g., posting, browsing)</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Step 2: Identify at least one active and one passive footprint from your list</a:t>
            </a:r>
          </a:p>
        </p:txBody>
      </p:sp>
      <p:sp>
        <p:nvSpPr>
          <p:cNvPr id="9" name="Oval 8"/>
          <p:cNvSpPr/>
          <p:nvPr/>
        </p:nvSpPr>
        <p:spPr>
          <a:xfrm>
            <a:off x="411480" y="3218688"/>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3</a:t>
            </a:r>
          </a:p>
        </p:txBody>
      </p:sp>
      <p:sp>
        <p:nvSpPr>
          <p:cNvPr id="10" name="TextBox 9"/>
          <p:cNvSpPr txBox="1"/>
          <p:nvPr/>
        </p:nvSpPr>
        <p:spPr>
          <a:xfrm>
            <a:off x="1024128" y="3255264"/>
            <a:ext cx="10881360" cy="530352"/>
          </a:xfrm>
          <a:prstGeom prst="rect">
            <a:avLst/>
          </a:prstGeom>
          <a:noFill/>
        </p:spPr>
        <p:txBody>
          <a:bodyPr wrap="square">
            <a:spAutoFit/>
          </a:bodyPr>
          <a:lstStyle/>
          <a:p>
            <a:pPr algn="l">
              <a:defRPr sz="1800" b="0" i="0">
                <a:solidFill>
                  <a:srgbClr val="0F172A"/>
                </a:solidFill>
                <a:latin typeface="Aptos"/>
              </a:defRPr>
            </a:pPr>
            <a:r>
              <a:t>Step 3: Write three clear actions to protect or improve your footprint</a:t>
            </a:r>
          </a:p>
        </p:txBody>
      </p:sp>
      <p:sp>
        <p:nvSpPr>
          <p:cNvPr id="11" name="Rounded Rectangle 10"/>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3" name="TextBox 12"/>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written or digital plan listing your online habits and three strategies to manage your digital footprint.</a:t>
            </a:r>
          </a:p>
        </p:txBody>
      </p:sp>
      <p:sp>
        <p:nvSpPr>
          <p:cNvPr id="14" name="TextBox 13"/>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Lists online activities creating a footprint.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Why is knowing your digital footprint important?</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What new idea will you use to manage your online presence?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Deleting posts removes them completely.</a:t>
            </a:r>
          </a:p>
          <a:p>
            <a:pPr>
              <a:lnSpc>
                <a:spcPct val="125000"/>
              </a:lnSpc>
              <a:spcAft>
                <a:spcPts val="800"/>
              </a:spcAft>
              <a:defRPr sz="1700">
                <a:solidFill>
                  <a:srgbClr val="0F172A"/>
                </a:solidFill>
                <a:latin typeface="Aptos"/>
              </a:defRPr>
            </a:pPr>
            <a:r>
              <a:t>•  Only posts count as your digital footprint.</a:t>
            </a:r>
          </a:p>
          <a:p>
            <a:pPr>
              <a:lnSpc>
                <a:spcPct val="125000"/>
              </a:lnSpc>
              <a:spcAft>
                <a:spcPts val="800"/>
              </a:spcAft>
              <a:defRPr sz="1700">
                <a:solidFill>
                  <a:srgbClr val="0F172A"/>
                </a:solidFill>
                <a:latin typeface="Aptos"/>
              </a:defRPr>
            </a:pPr>
            <a:r>
              <a:t>•  Digital footprints don’t affect real-life chances.</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Provide sentence starters for the footprint plan.</a:t>
            </a:r>
          </a:p>
          <a:p>
            <a:pPr>
              <a:lnSpc>
                <a:spcPct val="125000"/>
              </a:lnSpc>
              <a:spcAft>
                <a:spcPts val="800"/>
              </a:spcAft>
              <a:defRPr sz="1700">
                <a:solidFill>
                  <a:srgbClr val="0F172A"/>
                </a:solidFill>
                <a:latin typeface="Aptos"/>
              </a:defRPr>
            </a:pPr>
            <a:r>
              <a:t>•  Use relatable examples from popular apps.</a:t>
            </a:r>
          </a:p>
          <a:p>
            <a:pPr>
              <a:lnSpc>
                <a:spcPct val="125000"/>
              </a:lnSpc>
              <a:spcAft>
                <a:spcPts val="800"/>
              </a:spcAft>
              <a:defRPr sz="1700">
                <a:solidFill>
                  <a:srgbClr val="0F172A"/>
                </a:solidFill>
                <a:latin typeface="Aptos"/>
              </a:defRPr>
            </a:pPr>
            <a:r>
              <a:t>•  Allow verbal sharing instead of writing if needed.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