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starting a new phase where students will dig deeper into managing their digital footprint. Explain that this section is about exploring the problem—understanding why it matters to keep control over what’s online about them. Transition smoothly by saying something like, 'Let’s investigate what happens when we don’t manage our digital footprints properly.' This sets the tone for active inquiry.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Use this hook to spark curiosity and personal connection. Ask students to imagine posting something funny, then months later, it affects how an employer or teacher sees them. Encourage them to think about why that might be a problem. You could ask, 'What could happen if someone judges you based on an old post?' This will help them start thinking critically about long-term consequences. Watch for students who might think only bad posts matter—remind them even innocent posts can be misunderstood.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listen for one main point about digital footprints and how it relates to staying safe online. After the video, prompt them to share what stood out most and how it connects to managing their online presence. This keeps them engaged and focused on the lesson’s goal. Be ready to clarify any confusing terms or examples from the video.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core ideas about digital footprints and their management. Tell students that they’ll now learn key concepts that will help them understand how their online actions create lasting impressions. Emphasise that this knowledge is essential for protecting themselves online. Transition by saying, 'Let’s unpack what a digital footprint really is and how we can take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a digital footprint as the trail of data people leave online, including posts, photos, comments, and even browsing history. Use the selfie example to make it relatable. Highlight a common misconception: many think only what they actively post counts, but passive actions like visiting websites also add to their footprint. Ask, 'Can anyone think of something they do online that might leave a footprint without them realising?' This encourages reflection on everyday online behaviour.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how students can manage their footprint through privacy settings, thoughtful posting, and deleting old content. Use the 'friends only' setting example to show practical steps they can take right now. Address the myth that once something is online, it’s impossible to remove by explaining how deleting or limiting access can reduce visibility, though not always completely erase content. Encourage students to think before posting by asking, 'How might this post affect you in the future?'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Unpack this real-world example by discussing how digital footprints influence job prospects. Emphasise that employers often look online and old posts can shape their opinions, sometimes negatively. Connect this back to the importance of managing footprints proactively to protect future opportunities. Ask, 'Why do you think employers check your online presence?' This helps students see the real-life impact of their online actions.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Introduce the application phase where students will put what they’ve learned into practice. Explain that they’ll create a personal plan to clean up and manage their digital footprints. Set expectations clearly and motivate them by saying, 'This is your chance to take control and make your online presence safer and smarter.' Transition by connecting the learning to this hands-on task.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this activity by explaining students need to write a step-by-step plan for managing their digital footprint. Emphasise the importance of specific actions like checking privacy settings, deleting unwanted posts, and thinking before sharing new content. Remind them success means clear, actionable steps that show understanding and responsibility. Circulate to support students who struggle to identify practical steps or who might overlook privacy settings. Encourage those who finish early to think about how they’ll stick to their plan.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a shift to reflection and consolidation. Encourage students to review what they’ve learned and think about how their understanding has changed. Say something like, 'Now that we’ve explored and applied these ideas, it’s time to reflect on what this means for you personally.' This helps them internalise the lesson’s messages before moving to deeper reflection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Use these reflection questions to guide a whole-class or small-group discussion. Ask students to share what surprised them about their digital footprint, how they plan to change their online habits, and why it’s important to keep their footprint clean. This helps check for understanding and encourages personal connection. Watch for students who might minimise the importance of managing footprints and gently challenge those views by highlighting real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Highlight common misconceptions: students often believe only their posts count, that deleting posts removes them instantly, or that privacy settings offer total protection. Prepare to address these gently but clearly. For differentiation, suggest providing sentence starters for the cleanup plan or letting students work in pairs to support diverse learners. For extension, encourage research projects on how companies use digital footprints or creating mini presentations to teach younger students, deepening understanding and leadership skills.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06</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Manage &amp; Clean Your Footprint</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Cyber Security &amp; Digital Footprints: Unit 1 – Protecting Yourself Online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06</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Define digital footprint and its impact.</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Identify ways to manage and reduce it.</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Create a plan to clean up online info.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can I control and clean my digital footprint to stay safe online?</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post a funny photo online, but months later, a teacher or employer sees it and forms an opinion.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a Digital Footprint?</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Your digital footprint is the data trail you leave online, like posts, photos, comments, and sites you visit</a:t>
            </a:r>
          </a:p>
          <a:p>
            <a:pPr>
              <a:lnSpc>
                <a:spcPct val="125000"/>
              </a:lnSpc>
              <a:spcAft>
                <a:spcPts val="1200"/>
              </a:spcAft>
              <a:defRPr sz="2000">
                <a:solidFill>
                  <a:srgbClr val="0F172A"/>
                </a:solidFill>
                <a:latin typeface="Aptos"/>
              </a:defRPr>
            </a:pPr>
            <a:r>
              <a:t>•  For example, posting a selfie or commenting on a video adds to it</a:t>
            </a:r>
          </a:p>
          <a:p>
            <a:pPr>
              <a:lnSpc>
                <a:spcPct val="125000"/>
              </a:lnSpc>
              <a:spcAft>
                <a:spcPts val="1200"/>
              </a:spcAft>
              <a:defRPr sz="2000">
                <a:solidFill>
                  <a:srgbClr val="0F172A"/>
                </a:solidFill>
                <a:latin typeface="Aptos"/>
              </a:defRPr>
            </a:pPr>
            <a:r>
              <a:t>•  Many think only posts count, but even browsing leaves traces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Manage Your Footprint</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Control your footprint by adjusting privacy settings, thinking before posting, and deleting old content</a:t>
            </a:r>
          </a:p>
          <a:p>
            <a:pPr>
              <a:lnSpc>
                <a:spcPct val="125000"/>
              </a:lnSpc>
              <a:spcAft>
                <a:spcPts val="1200"/>
              </a:spcAft>
              <a:defRPr sz="2000">
                <a:solidFill>
                  <a:srgbClr val="0F172A"/>
                </a:solidFill>
                <a:latin typeface="Aptos"/>
              </a:defRPr>
            </a:pPr>
            <a:r>
              <a:t>•  For example, set social media to 'friends only' or remove posts you no longer want visible</a:t>
            </a:r>
          </a:p>
          <a:p>
            <a:pPr>
              <a:lnSpc>
                <a:spcPct val="125000"/>
              </a:lnSpc>
              <a:spcAft>
                <a:spcPts val="1200"/>
              </a:spcAft>
              <a:defRPr sz="2000">
                <a:solidFill>
                  <a:srgbClr val="0F172A"/>
                </a:solidFill>
                <a:latin typeface="Aptos"/>
              </a:defRPr>
            </a:pPr>
            <a:r>
              <a:t>•  While some believe content stays forever, you can limit access or delete much of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Job &amp; Online Presence</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 student applied for a job, but the employer found old inappropriate posts online.</a:t>
            </a:r>
          </a:p>
          <a:p>
            <a:pPr>
              <a:lnSpc>
                <a:spcPct val="125000"/>
              </a:lnSpc>
              <a:spcAft>
                <a:spcPts val="1200"/>
              </a:spcAft>
              <a:defRPr sz="2000">
                <a:solidFill>
                  <a:srgbClr val="0F172A"/>
                </a:solidFill>
                <a:latin typeface="Aptos"/>
              </a:defRPr>
            </a:pPr>
            <a:r>
              <a:t>→  Digital footprints affect job chances.</a:t>
            </a:r>
          </a:p>
          <a:p>
            <a:pPr>
              <a:lnSpc>
                <a:spcPct val="125000"/>
              </a:lnSpc>
              <a:spcAft>
                <a:spcPts val="1200"/>
              </a:spcAft>
              <a:defRPr sz="2000">
                <a:solidFill>
                  <a:srgbClr val="0F172A"/>
                </a:solidFill>
                <a:latin typeface="Aptos"/>
              </a:defRPr>
            </a:pPr>
            <a:r>
              <a:t>→  Old posts shape others’ opinions.</a:t>
            </a:r>
          </a:p>
          <a:p>
            <a:pPr>
              <a:lnSpc>
                <a:spcPct val="125000"/>
              </a:lnSpc>
              <a:spcAft>
                <a:spcPts val="1200"/>
              </a:spcAft>
              <a:defRPr sz="2000">
                <a:solidFill>
                  <a:srgbClr val="0F172A"/>
                </a:solidFill>
                <a:latin typeface="Aptos"/>
              </a:defRPr>
            </a:pPr>
            <a:r>
              <a:t>→  Managing your footprint protects your future.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Plan Your Footprint Cleanup</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Individually, write a clear, step-by-step plan to manage and clean your digital footprint</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Include checking privacy settings, deleting unwanted posts, and thinking before sharing new content</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written or digital plan with at least three specific actions to improve your online privacy.</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Lists 3+ clear steps to reduce footprint.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What surprised you about your footprint?</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will you change your online habits?</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Why keep your footprint clean?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Only posts you make count.</a:t>
            </a:r>
          </a:p>
          <a:p>
            <a:pPr>
              <a:lnSpc>
                <a:spcPct val="125000"/>
              </a:lnSpc>
              <a:spcAft>
                <a:spcPts val="800"/>
              </a:spcAft>
              <a:defRPr sz="1700">
                <a:solidFill>
                  <a:srgbClr val="0F172A"/>
                </a:solidFill>
                <a:latin typeface="Aptos"/>
              </a:defRPr>
            </a:pPr>
            <a:r>
              <a:t>•  Deleting posts removes them instantly.</a:t>
            </a:r>
          </a:p>
          <a:p>
            <a:pPr>
              <a:lnSpc>
                <a:spcPct val="125000"/>
              </a:lnSpc>
              <a:spcAft>
                <a:spcPts val="800"/>
              </a:spcAft>
              <a:defRPr sz="1700">
                <a:solidFill>
                  <a:srgbClr val="0F172A"/>
                </a:solidFill>
                <a:latin typeface="Aptos"/>
              </a:defRPr>
            </a:pPr>
            <a:r>
              <a:t>•  Privacy settings fully protect you.</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Provide sentence starters for the cleanup plan.</a:t>
            </a:r>
          </a:p>
          <a:p>
            <a:pPr>
              <a:lnSpc>
                <a:spcPct val="125000"/>
              </a:lnSpc>
              <a:spcAft>
                <a:spcPts val="800"/>
              </a:spcAft>
              <a:defRPr sz="1700">
                <a:solidFill>
                  <a:srgbClr val="0F172A"/>
                </a:solidFill>
                <a:latin typeface="Aptos"/>
              </a:defRPr>
            </a:pPr>
            <a:r>
              <a:t>•  Allow pairs or small groups for the activity.</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