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67DE70-F6D4-4931-8C42-EE86D2CD5819}" v="1" dt="2026-03-05T02:39:07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12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yton Gibbs" userId="c19d69b0d0c3c165" providerId="LiveId" clId="{C3074B5E-D2C8-4D19-8208-7A9F5D790299}"/>
    <pc:docChg chg="undo custSel addSld modSld sldOrd">
      <pc:chgData name="Clayton Gibbs" userId="c19d69b0d0c3c165" providerId="LiveId" clId="{C3074B5E-D2C8-4D19-8208-7A9F5D790299}" dt="2026-03-11T10:14:02.928" v="65" actId="1076"/>
      <pc:docMkLst>
        <pc:docMk/>
      </pc:docMkLst>
      <pc:sldChg chg="delSp modSp mod">
        <pc:chgData name="Clayton Gibbs" userId="c19d69b0d0c3c165" providerId="LiveId" clId="{C3074B5E-D2C8-4D19-8208-7A9F5D790299}" dt="2026-03-06T23:02:01.571" v="23"/>
        <pc:sldMkLst>
          <pc:docMk/>
          <pc:sldMk cId="0" sldId="256"/>
        </pc:sldMkLst>
        <pc:spChg chg="mod ord">
          <ac:chgData name="Clayton Gibbs" userId="c19d69b0d0c3c165" providerId="LiveId" clId="{C3074B5E-D2C8-4D19-8208-7A9F5D790299}" dt="2026-03-06T23:02:01.571" v="23"/>
          <ac:spMkLst>
            <pc:docMk/>
            <pc:sldMk cId="0" sldId="256"/>
            <ac:spMk id="3" creationId="{00000000-0000-0000-0000-000000000000}"/>
          </ac:spMkLst>
        </pc:spChg>
        <pc:spChg chg="mod modVis">
          <ac:chgData name="Clayton Gibbs" userId="c19d69b0d0c3c165" providerId="LiveId" clId="{C3074B5E-D2C8-4D19-8208-7A9F5D790299}" dt="2026-03-06T23:01:53.863" v="21" actId="14429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Clayton Gibbs" userId="c19d69b0d0c3c165" providerId="LiveId" clId="{C3074B5E-D2C8-4D19-8208-7A9F5D790299}" dt="2026-03-07T10:11:17.265" v="45" actId="14100"/>
        <pc:sldMkLst>
          <pc:docMk/>
          <pc:sldMk cId="0" sldId="257"/>
        </pc:sldMkLst>
        <pc:spChg chg="mod">
          <ac:chgData name="Clayton Gibbs" userId="c19d69b0d0c3c165" providerId="LiveId" clId="{C3074B5E-D2C8-4D19-8208-7A9F5D790299}" dt="2026-03-07T10:11:14.760" v="44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Clayton Gibbs" userId="c19d69b0d0c3c165" providerId="LiveId" clId="{C3074B5E-D2C8-4D19-8208-7A9F5D790299}" dt="2026-03-07T10:11:17.265" v="45" actId="14100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Clayton Gibbs" userId="c19d69b0d0c3c165" providerId="LiveId" clId="{C3074B5E-D2C8-4D19-8208-7A9F5D790299}" dt="2026-03-07T10:11:23.940" v="47" actId="14100"/>
        <pc:sldMkLst>
          <pc:docMk/>
          <pc:sldMk cId="0" sldId="258"/>
        </pc:sldMkLst>
        <pc:spChg chg="mod">
          <ac:chgData name="Clayton Gibbs" userId="c19d69b0d0c3c165" providerId="LiveId" clId="{C3074B5E-D2C8-4D19-8208-7A9F5D790299}" dt="2026-03-07T10:11:21.055" v="4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Clayton Gibbs" userId="c19d69b0d0c3c165" providerId="LiveId" clId="{C3074B5E-D2C8-4D19-8208-7A9F5D790299}" dt="2026-03-07T10:11:23.940" v="47" actId="14100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Clayton Gibbs" userId="c19d69b0d0c3c165" providerId="LiveId" clId="{C3074B5E-D2C8-4D19-8208-7A9F5D790299}" dt="2026-03-07T10:11:33.929" v="50" actId="14100"/>
        <pc:sldMkLst>
          <pc:docMk/>
          <pc:sldMk cId="0" sldId="259"/>
        </pc:sldMkLst>
        <pc:spChg chg="mod">
          <ac:chgData name="Clayton Gibbs" userId="c19d69b0d0c3c165" providerId="LiveId" clId="{C3074B5E-D2C8-4D19-8208-7A9F5D790299}" dt="2026-03-07T10:11:28.150" v="48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Clayton Gibbs" userId="c19d69b0d0c3c165" providerId="LiveId" clId="{C3074B5E-D2C8-4D19-8208-7A9F5D790299}" dt="2026-03-07T10:11:31.335" v="49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Clayton Gibbs" userId="c19d69b0d0c3c165" providerId="LiveId" clId="{C3074B5E-D2C8-4D19-8208-7A9F5D790299}" dt="2026-03-07T10:11:33.929" v="50" actId="14100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Clayton Gibbs" userId="c19d69b0d0c3c165" providerId="LiveId" clId="{C3074B5E-D2C8-4D19-8208-7A9F5D790299}" dt="2026-03-07T10:11:40.362" v="52" actId="14100"/>
        <pc:sldMkLst>
          <pc:docMk/>
          <pc:sldMk cId="0" sldId="260"/>
        </pc:sldMkLst>
        <pc:spChg chg="mod">
          <ac:chgData name="Clayton Gibbs" userId="c19d69b0d0c3c165" providerId="LiveId" clId="{C3074B5E-D2C8-4D19-8208-7A9F5D790299}" dt="2026-03-07T10:11:37.829" v="51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Clayton Gibbs" userId="c19d69b0d0c3c165" providerId="LiveId" clId="{C3074B5E-D2C8-4D19-8208-7A9F5D790299}" dt="2026-03-07T10:11:40.362" v="52" actId="14100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Clayton Gibbs" userId="c19d69b0d0c3c165" providerId="LiveId" clId="{C3074B5E-D2C8-4D19-8208-7A9F5D790299}" dt="2026-03-07T10:11:48.138" v="54" actId="14100"/>
        <pc:sldMkLst>
          <pc:docMk/>
          <pc:sldMk cId="0" sldId="261"/>
        </pc:sldMkLst>
        <pc:spChg chg="mod">
          <ac:chgData name="Clayton Gibbs" userId="c19d69b0d0c3c165" providerId="LiveId" clId="{C3074B5E-D2C8-4D19-8208-7A9F5D790299}" dt="2026-03-07T10:11:45.174" v="53" actId="14100"/>
          <ac:spMkLst>
            <pc:docMk/>
            <pc:sldMk cId="0" sldId="261"/>
            <ac:spMk id="3" creationId="{00000000-0000-0000-0000-000000000000}"/>
          </ac:spMkLst>
        </pc:spChg>
        <pc:spChg chg="mod">
          <ac:chgData name="Clayton Gibbs" userId="c19d69b0d0c3c165" providerId="LiveId" clId="{C3074B5E-D2C8-4D19-8208-7A9F5D790299}" dt="2026-03-07T10:11:48.138" v="54" actId="14100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Clayton Gibbs" userId="c19d69b0d0c3c165" providerId="LiveId" clId="{C3074B5E-D2C8-4D19-8208-7A9F5D790299}" dt="2026-03-07T10:11:54.441" v="56" actId="14100"/>
        <pc:sldMkLst>
          <pc:docMk/>
          <pc:sldMk cId="0" sldId="262"/>
        </pc:sldMkLst>
        <pc:spChg chg="mod">
          <ac:chgData name="Clayton Gibbs" userId="c19d69b0d0c3c165" providerId="LiveId" clId="{C3074B5E-D2C8-4D19-8208-7A9F5D790299}" dt="2026-03-07T10:11:51.618" v="55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Clayton Gibbs" userId="c19d69b0d0c3c165" providerId="LiveId" clId="{C3074B5E-D2C8-4D19-8208-7A9F5D790299}" dt="2026-03-07T10:11:54.441" v="56" actId="14100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Clayton Gibbs" userId="c19d69b0d0c3c165" providerId="LiveId" clId="{C3074B5E-D2C8-4D19-8208-7A9F5D790299}" dt="2026-03-07T10:12:01.894" v="58" actId="14100"/>
        <pc:sldMkLst>
          <pc:docMk/>
          <pc:sldMk cId="0" sldId="263"/>
        </pc:sldMkLst>
        <pc:spChg chg="mod">
          <ac:chgData name="Clayton Gibbs" userId="c19d69b0d0c3c165" providerId="LiveId" clId="{C3074B5E-D2C8-4D19-8208-7A9F5D790299}" dt="2026-03-07T10:11:58.792" v="57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Clayton Gibbs" userId="c19d69b0d0c3c165" providerId="LiveId" clId="{C3074B5E-D2C8-4D19-8208-7A9F5D790299}" dt="2026-03-07T10:12:01.894" v="58" actId="14100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Clayton Gibbs" userId="c19d69b0d0c3c165" providerId="LiveId" clId="{C3074B5E-D2C8-4D19-8208-7A9F5D790299}" dt="2026-03-11T10:14:00.591" v="64" actId="14100"/>
        <pc:sldMkLst>
          <pc:docMk/>
          <pc:sldMk cId="0" sldId="264"/>
        </pc:sldMkLst>
        <pc:spChg chg="mod">
          <ac:chgData name="Clayton Gibbs" userId="c19d69b0d0c3c165" providerId="LiveId" clId="{C3074B5E-D2C8-4D19-8208-7A9F5D790299}" dt="2026-03-11T10:14:00.591" v="64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Clayton Gibbs" userId="c19d69b0d0c3c165" providerId="LiveId" clId="{C3074B5E-D2C8-4D19-8208-7A9F5D790299}" dt="2026-03-07T10:12:09.045" v="59" actId="14100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Clayton Gibbs" userId="c19d69b0d0c3c165" providerId="LiveId" clId="{C3074B5E-D2C8-4D19-8208-7A9F5D790299}" dt="2026-03-11T10:14:02.928" v="65" actId="1076"/>
        <pc:sldMkLst>
          <pc:docMk/>
          <pc:sldMk cId="0" sldId="265"/>
        </pc:sldMkLst>
        <pc:spChg chg="mod">
          <ac:chgData name="Clayton Gibbs" userId="c19d69b0d0c3c165" providerId="LiveId" clId="{C3074B5E-D2C8-4D19-8208-7A9F5D790299}" dt="2026-03-11T10:14:02.928" v="65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Clayton Gibbs" userId="c19d69b0d0c3c165" providerId="LiveId" clId="{C3074B5E-D2C8-4D19-8208-7A9F5D790299}" dt="2026-03-07T10:12:15.876" v="61" actId="14100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Clayton Gibbs" userId="c19d69b0d0c3c165" providerId="LiveId" clId="{C3074B5E-D2C8-4D19-8208-7A9F5D790299}" dt="2026-03-07T10:12:20.004" v="62" actId="14100"/>
        <pc:sldMkLst>
          <pc:docMk/>
          <pc:sldMk cId="0" sldId="266"/>
        </pc:sldMkLst>
        <pc:spChg chg="mod">
          <ac:chgData name="Clayton Gibbs" userId="c19d69b0d0c3c165" providerId="LiveId" clId="{C3074B5E-D2C8-4D19-8208-7A9F5D790299}" dt="2026-03-07T10:12:20.004" v="62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Clayton Gibbs" userId="c19d69b0d0c3c165" providerId="LiveId" clId="{C3074B5E-D2C8-4D19-8208-7A9F5D790299}" dt="2026-03-07T06:09:06.702" v="34" actId="2710"/>
          <ac:spMkLst>
            <pc:docMk/>
            <pc:sldMk cId="0" sldId="266"/>
            <ac:spMk id="4" creationId="{00000000-0000-0000-0000-000000000000}"/>
          </ac:spMkLst>
        </pc:spChg>
      </pc:sldChg>
      <pc:sldChg chg="delSp modSp add mod ord">
        <pc:chgData name="Clayton Gibbs" userId="c19d69b0d0c3c165" providerId="LiveId" clId="{C3074B5E-D2C8-4D19-8208-7A9F5D790299}" dt="2026-03-11T10:13:40.160" v="63" actId="14100"/>
        <pc:sldMkLst>
          <pc:docMk/>
          <pc:sldMk cId="3101882086" sldId="267"/>
        </pc:sldMkLst>
        <pc:spChg chg="mod">
          <ac:chgData name="Clayton Gibbs" userId="c19d69b0d0c3c165" providerId="LiveId" clId="{C3074B5E-D2C8-4D19-8208-7A9F5D790299}" dt="2026-03-11T10:13:40.160" v="63" actId="14100"/>
          <ac:spMkLst>
            <pc:docMk/>
            <pc:sldMk cId="3101882086" sldId="267"/>
            <ac:spMk id="3" creationId="{3223D62B-3335-6EAF-4519-F8B20152DD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UBTITLE"/>
          <p:cNvSpPr txBox="1"/>
          <p:nvPr/>
        </p:nvSpPr>
        <p:spPr>
          <a:xfrm>
            <a:off x="502920" y="1097280"/>
            <a:ext cx="864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  <a:latin typeface="Segoe UI"/>
              </a:defRPr>
            </a:pPr>
            <a:r>
              <a:rPr dirty="0"/>
              <a:t>Reusable classroom presentation framework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365760"/>
            <a:ext cx="86410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41414"/>
                </a:solidFill>
                <a:latin typeface="Segoe UI Semibold"/>
              </a:defRPr>
            </a:pPr>
            <a:r>
              <a:rPr dirty="0"/>
              <a:t>CMIE Master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9B6CF-B7BB-E68A-9666-A8E4A2B3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89788B-9759-7C88-AEEE-66B30002C89B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223D62B-3335-6EAF-4519-F8B20152DD10}"/>
              </a:ext>
            </a:extLst>
          </p:cNvPr>
          <p:cNvSpPr txBox="1"/>
          <p:nvPr/>
        </p:nvSpPr>
        <p:spPr>
          <a:xfrm>
            <a:off x="457199" y="365760"/>
            <a:ext cx="852241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41414"/>
                </a:solidFill>
                <a:latin typeface="Segoe UI Semibold"/>
              </a:defRPr>
            </a:pPr>
            <a:r>
              <a:rPr lang="en-AU" sz="3800" dirty="0"/>
              <a:t>Section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1882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365760"/>
            <a:ext cx="84124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41414"/>
                </a:solidFill>
                <a:latin typeface="Segoe UI Semibold"/>
              </a:defRPr>
            </a:pPr>
            <a:r>
              <a:rPr dirty="0"/>
              <a:t>Lesson Objectives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280160"/>
            <a:ext cx="8138160" cy="168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1E1E1E"/>
                </a:solidFill>
                <a:latin typeface="Segoe UI"/>
              </a:defRPr>
            </a:pPr>
            <a:r>
              <a:rPr dirty="0"/>
              <a:t>• Bullet point one</a:t>
            </a:r>
            <a:br>
              <a:rPr dirty="0"/>
            </a:br>
            <a:r>
              <a:rPr dirty="0"/>
              <a:t>• Bullet point two</a:t>
            </a:r>
            <a:br>
              <a:rPr dirty="0"/>
            </a:br>
            <a:r>
              <a:rPr dirty="0"/>
              <a:t>• Bullet point three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365760"/>
            <a:ext cx="84124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41414"/>
                </a:solidFill>
                <a:latin typeface="Segoe UI Semibold"/>
              </a:defRPr>
            </a:pPr>
            <a:r>
              <a:rPr dirty="0"/>
              <a:t>Essential Question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280160"/>
            <a:ext cx="8138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  <a:latin typeface="Segoe UI"/>
              </a:defRPr>
            </a:pPr>
            <a:r>
              <a:rPr dirty="0"/>
              <a:t>Big question goes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365760"/>
            <a:ext cx="83991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>
                <a:solidFill>
                  <a:srgbClr val="141414"/>
                </a:solidFill>
                <a:latin typeface="Segoe UI Semibold"/>
              </a:defRPr>
            </a:pPr>
            <a:r>
              <a:rPr dirty="0"/>
              <a:t>🔎 Explore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1097280"/>
            <a:ext cx="8353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  <a:latin typeface="Segoe UI"/>
              </a:defRPr>
            </a:pPr>
            <a:r>
              <a:rPr dirty="0"/>
              <a:t>Let's investigate the problem.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731520" y="1463040"/>
            <a:ext cx="8124804" cy="168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1E1E1E"/>
                </a:solidFill>
                <a:latin typeface="Segoe UI"/>
              </a:defRPr>
            </a:pPr>
            <a:r>
              <a:rPr dirty="0"/>
              <a:t>• Bullet point one</a:t>
            </a:r>
            <a:br>
              <a:rPr dirty="0"/>
            </a:br>
            <a:r>
              <a:rPr dirty="0"/>
              <a:t>• Bullet point two</a:t>
            </a:r>
            <a:br>
              <a:rPr dirty="0"/>
            </a:br>
            <a:r>
              <a:rPr dirty="0"/>
              <a:t>• Bullet point three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365760"/>
            <a:ext cx="84124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41414"/>
                </a:solidFill>
                <a:latin typeface="Segoe UI Semibold"/>
              </a:defRPr>
            </a:pPr>
            <a:r>
              <a:rPr dirty="0"/>
              <a:t>Hook Scenario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280160"/>
            <a:ext cx="8032336" cy="168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1E1E1E"/>
                </a:solidFill>
                <a:latin typeface="Segoe UI"/>
              </a:defRPr>
            </a:pPr>
            <a:r>
              <a:rPr dirty="0"/>
              <a:t>• Bullet point one</a:t>
            </a:r>
            <a:br>
              <a:rPr dirty="0"/>
            </a:br>
            <a:r>
              <a:rPr dirty="0"/>
              <a:t>• Bullet point two</a:t>
            </a:r>
            <a:br>
              <a:rPr dirty="0"/>
            </a:br>
            <a:r>
              <a:rPr dirty="0"/>
              <a:t>• Bullet point three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365760"/>
            <a:ext cx="829638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41414"/>
                </a:solidFill>
                <a:latin typeface="Segoe UI Semibold"/>
              </a:defRPr>
            </a:pPr>
            <a:r>
              <a:rPr dirty="0"/>
              <a:t>Watch &amp; Think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280160"/>
            <a:ext cx="8022062" cy="168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1E1E1E"/>
                </a:solidFill>
                <a:latin typeface="Segoe UI"/>
              </a:defRPr>
            </a:pPr>
            <a:r>
              <a:rPr dirty="0"/>
              <a:t>• Bullet point one</a:t>
            </a:r>
            <a:br>
              <a:rPr dirty="0"/>
            </a:br>
            <a:r>
              <a:rPr dirty="0"/>
              <a:t>• Bullet point two</a:t>
            </a:r>
            <a:br>
              <a:rPr dirty="0"/>
            </a:br>
            <a:r>
              <a:rPr dirty="0"/>
              <a:t>• Bullet point three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365760"/>
            <a:ext cx="82753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41414"/>
                </a:solidFill>
                <a:latin typeface="Segoe UI Semibold"/>
              </a:defRPr>
            </a:pPr>
            <a:r>
              <a:rPr dirty="0"/>
              <a:t>Content Slide Title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280160"/>
            <a:ext cx="8001000" cy="168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1E1E1E"/>
                </a:solidFill>
                <a:latin typeface="Segoe UI"/>
              </a:defRPr>
            </a:pPr>
            <a:r>
              <a:rPr dirty="0"/>
              <a:t>• Bullet point one</a:t>
            </a:r>
            <a:br>
              <a:rPr dirty="0"/>
            </a:br>
            <a:r>
              <a:rPr dirty="0"/>
              <a:t>• Bullet point two</a:t>
            </a:r>
            <a:br>
              <a:rPr dirty="0"/>
            </a:br>
            <a:r>
              <a:rPr dirty="0"/>
              <a:t>• Bullet point three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365760"/>
            <a:ext cx="831693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41414"/>
                </a:solidFill>
                <a:latin typeface="Segoe UI Semibold"/>
              </a:defRPr>
            </a:pPr>
            <a:r>
              <a:rPr dirty="0"/>
              <a:t>🌍 Real World Example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280160"/>
            <a:ext cx="8042610" cy="168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1E1E1E"/>
                </a:solidFill>
                <a:latin typeface="Segoe UI"/>
              </a:defRPr>
            </a:pPr>
            <a:r>
              <a:rPr dirty="0"/>
              <a:t>• Bullet point one</a:t>
            </a:r>
            <a:br>
              <a:rPr dirty="0"/>
            </a:br>
            <a:r>
              <a:rPr dirty="0"/>
              <a:t>• Bullet point two</a:t>
            </a:r>
            <a:br>
              <a:rPr dirty="0"/>
            </a:br>
            <a:r>
              <a:rPr dirty="0"/>
              <a:t>• Bullet point three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365760"/>
            <a:ext cx="855323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41414"/>
                </a:solidFill>
                <a:latin typeface="Segoe UI Semibold"/>
              </a:defRPr>
            </a:pPr>
            <a:r>
              <a:rPr dirty="0"/>
              <a:t>🛠</a:t>
            </a:r>
            <a:r>
              <a:rPr lang="en-AU" dirty="0"/>
              <a:t> </a:t>
            </a:r>
            <a:r>
              <a:rPr dirty="0"/>
              <a:t>Activity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280160"/>
            <a:ext cx="7980965" cy="168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1E1E1E"/>
                </a:solidFill>
                <a:latin typeface="Segoe UI"/>
              </a:defRPr>
            </a:pPr>
            <a:r>
              <a:rPr dirty="0"/>
              <a:t>• Bullet point one</a:t>
            </a:r>
            <a:br>
              <a:rPr dirty="0"/>
            </a:br>
            <a:r>
              <a:rPr dirty="0"/>
              <a:t>• Bullet point two</a:t>
            </a:r>
            <a:br>
              <a:rPr dirty="0"/>
            </a:br>
            <a:r>
              <a:rPr dirty="0"/>
              <a:t>• Bullet point three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360664"/>
            <a:ext cx="838884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41414"/>
                </a:solidFill>
                <a:latin typeface="Segoe UI Semibold"/>
              </a:defRPr>
            </a:pPr>
            <a:r>
              <a:t>Reflection Questions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280160"/>
            <a:ext cx="8114529" cy="168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1E1E1E"/>
                </a:solidFill>
                <a:latin typeface="Segoe UI"/>
              </a:defRPr>
            </a:pPr>
            <a:r>
              <a:rPr dirty="0"/>
              <a:t>• Bullet point one</a:t>
            </a:r>
            <a:br>
              <a:rPr dirty="0"/>
            </a:br>
            <a:r>
              <a:rPr dirty="0"/>
              <a:t>• Bullet point two</a:t>
            </a:r>
            <a:br>
              <a:rPr dirty="0"/>
            </a:br>
            <a:r>
              <a:rPr dirty="0"/>
              <a:t>• Bullet point three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365760"/>
            <a:ext cx="841198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41414"/>
                </a:solidFill>
                <a:latin typeface="Segoe UI Semibold"/>
              </a:defRPr>
            </a:pPr>
            <a:r>
              <a:rPr dirty="0"/>
              <a:t>Teacher Notes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31520" y="1280160"/>
            <a:ext cx="8274828" cy="168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1E1E1E"/>
                </a:solidFill>
                <a:latin typeface="Segoe UI"/>
              </a:defRPr>
            </a:pPr>
            <a:r>
              <a:rPr dirty="0"/>
              <a:t>• Bullet point one</a:t>
            </a:r>
            <a:br>
              <a:rPr dirty="0"/>
            </a:br>
            <a:r>
              <a:rPr dirty="0"/>
              <a:t>• Bullet point two</a:t>
            </a:r>
            <a:br>
              <a:rPr dirty="0"/>
            </a:br>
            <a:r>
              <a:rPr dirty="0"/>
              <a:t>• Bullet point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168</Words>
  <Application>Microsoft Office PowerPoint</Application>
  <PresentationFormat>On-screen Show (4:3)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Clayton Gibbs</cp:lastModifiedBy>
  <cp:revision>1</cp:revision>
  <dcterms:created xsi:type="dcterms:W3CDTF">2013-01-27T09:14:16Z</dcterms:created>
  <dcterms:modified xsi:type="dcterms:W3CDTF">2026-03-11T10:14:07Z</dcterms:modified>
  <cp:category/>
</cp:coreProperties>
</file>